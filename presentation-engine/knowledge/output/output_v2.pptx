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What improves with the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241280" cy="731520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5B5"/>
                </a:solidFill>
              </a:rPr>
              <a:t>The main benefit is earlier and more targeted broker engagement.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signal detection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 monitoring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consistent analysis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consultant recommendations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70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55280" y="2011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2026-04-01T16:34:46Z</dcterms:created>
  <dcterms:modified xsi:type="dcterms:W3CDTF">2026-04-01T16:34:46Z</dcterms:modified>
</cp:coreProperties>
</file>