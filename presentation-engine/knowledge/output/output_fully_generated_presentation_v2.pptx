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AI‑Driven Proactive Broker Market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Proof‑of‑Concept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Unlocking real‑time market insight for brokers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data sources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manual alerts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analyst workload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coverage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predictive insight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vs. Target 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Current State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data collection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Hourly or daily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response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High false‑positive 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feed ingestion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Real‑time predictive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Proactive action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Reduced noise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AI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9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1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0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Ingest Feeds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Collect news, pricing, sentiment streams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51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35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Normalize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62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Clean, standardize, and store in a unified schema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37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11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43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1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Detect Anomalies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48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Apply NLP &amp; ML models to flag emerging risks/opportunities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23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97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07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Score Alerts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34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Assign confidence and impact scores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09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83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15016" y="1947672"/>
            <a:ext cx="502920" cy="502920"/>
          </a:xfrm>
          <a:prstGeom prst="ellipse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24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93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Deliver to Dashboard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20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Push prioritized alerts to broker UI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Business Value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Time to Insight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‑70%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Reduce from hours to seconds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Alert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‑40%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Lower false‑positives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Revenue Attribution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+$2.5M/yr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Additional broker‑generated revenue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8470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35F"/>
                </a:solidFill>
              </a:rPr>
              <a:t>Decision point: greenlight full rollout after pilot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 1‑2: Data feed integration &amp; labeling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 3‑4: Model training &amp; internal validation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 5: Dashboard prototype build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 6: Live pilot with two broker teams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Talentia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AI‑Driven Proactive Broker Market Intelligence</dc:title>
  <dc:subject>Present the PoC concept for an AI solution that enables proactive market insight for brokers</dc:subject>
  <dc:creator>Smart PPT Renderer</dc:creator>
  <cp:lastModifiedBy>Smart PPT Renderer</cp:lastModifiedBy>
  <cp:revision>1</cp:revision>
  <dcterms:created xsi:type="dcterms:W3CDTF">2026-04-07T15:13:39Z</dcterms:created>
  <dcterms:modified xsi:type="dcterms:W3CDTF">2026-04-07T15:13:39Z</dcterms:modified>
</cp:coreProperties>
</file>