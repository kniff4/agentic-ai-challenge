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Broker Market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AI‑Powered Insight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Turning data into actionable foresight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D"/>
                </a:solidFill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 not yet implemented: 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Result: Missed opportunities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silos across brokers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alerts only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manual curation effort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predictive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 with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Empower brokers to act before markets move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Real‑time data aggregation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AI‑driven trend forecasting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actionable alerts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broker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82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14016" y="19476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23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92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19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Collect broker feeds &amp; market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94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9476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78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Analyze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05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AI models detect patterns &amp; forecast trends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0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54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6016" y="19476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Alert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Push proactive insights to broker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6176" y="2770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540496" y="224028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19476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81744" y="210312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50224" y="244144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D"/>
                </a:solidFill>
              </a:rPr>
              <a:t>Learn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77656" y="2807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Feedback loop refines AI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Secure funding approval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Form AI development squad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Define data integration plan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Run pilot with select brokers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D1D1D"/>
                </a:solidFill>
              </a:rPr>
              <a:t>Measure KPI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0" y="19659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252374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Let’s build the future of broker intelligence together!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NeonLabs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Broker Market Intelligence</dc:title>
  <dc:subject>Pitch internal AI tool concept</dc:subject>
  <dc:creator>Smart PPT Renderer</dc:creator>
  <cp:lastModifiedBy>Smart PPT Renderer</cp:lastModifiedBy>
  <cp:revision>1</cp:revision>
  <dcterms:created xsi:type="dcterms:W3CDTF">2026-04-07T15:41:30Z</dcterms:created>
  <dcterms:modified xsi:type="dcterms:W3CDTF">2026-04-07T15:41:30Z</dcterms:modified>
</cp:coreProperties>
</file>