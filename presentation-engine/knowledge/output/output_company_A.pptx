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AI‑Enabled Proactive Broker Market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Proof‑of‑Concept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Turning data into timely market insight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E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Monitoring Inefficiencies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data sources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manual alerts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analyst workload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coverage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predictive capability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E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vs. Target State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5508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EAF2FF"/>
          </a:solidFill>
          <a:ln w="12700">
            <a:solidFill>
              <a:srgbClr val="B7D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Current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D"/>
                </a:solidFill>
              </a:rPr>
              <a:t>Target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Manual data collection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Hourly alerts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Reactive response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High false positives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Automated feed ingestion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Real‑time alerts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Proactive actions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Reduced noise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AI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9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71016" y="1947672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0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9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Ingest Feeds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Collect news, pricing, sentiment streams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51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25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7016" y="1947672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35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Normalize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62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Clean and unify into a common schema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37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11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43016" y="1947672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52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21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Detect Anomalies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48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Apply NLP and ML models for risk/opportunity detection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23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397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016" y="1947672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8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07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Score Alerts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34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Assign confidence and impact scores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09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683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15016" y="1947672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24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93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Deliver Dashboard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820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Push prioritized alerts to broker UI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E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Business Impact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115568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E5E7EB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52728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Time to Insight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52728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F44"/>
                </a:solidFill>
              </a:rPr>
              <a:t>-70%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Reduce from hours to seconds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62856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EAF2FF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0016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Alert Accuracy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0016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F44"/>
                </a:solidFill>
              </a:rPr>
              <a:t>-40%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27448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Lower false‑positive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10144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E5E7EB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47304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Revenue Attribution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47304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F44"/>
                </a:solidFill>
              </a:rPr>
              <a:t>+$2.5M/yr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74736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Incremental broker‑generated revenue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Approval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18470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</a:rPr>
              <a:t>Decision needed: Approve PoC budget and resources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 1‑2: Data integration &amp; labeling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 3‑4: Model training &amp; internal testing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 5: Dashboard prototype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 6: Live pilot with two broker teams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FinEdge Capital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AI‑Enabled Proactive Broker Market Intelligence</dc:title>
  <dc:subject>Seek internal approval for AI PoC that improves market monitoring</dc:subject>
  <dc:creator>Smart PPT Renderer</dc:creator>
  <cp:lastModifiedBy>Smart PPT Renderer</cp:lastModifiedBy>
  <cp:revision>1</cp:revision>
  <dcterms:created xsi:type="dcterms:W3CDTF">2026-04-07T15:41:13Z</dcterms:created>
  <dcterms:modified xsi:type="dcterms:W3CDTF">2026-04-07T15:41:13Z</dcterms:modified>
</cp:coreProperties>
</file>