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Market and Competition Radar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fragmented signals to actionable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AI-assisted market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pain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Why the current process is inefficient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consultants currently face several challenges: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market information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manual research effort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detection of relevant signals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proactive engagement opportunities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vs target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the workflow changes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EAF2FF"/>
          </a:solidFill>
          <a:ln w="12700">
            <a:solidFill>
              <a:srgbClr val="B7D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Target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Manual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Scattered sources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Reactive engagement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Automated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Centralized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Actionable recommendations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5440680"/>
            <a:ext cx="9692640" cy="594360"/>
          </a:xfrm>
          <a:prstGeom prst="roundRect">
            <a:avLst>
              <a:gd name="adj" fmla="val 7692"/>
            </a:avLst>
          </a:prstGeom>
          <a:solidFill>
            <a:srgbClr val="F7FAFE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5614416"/>
            <a:ext cx="923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5B5"/>
                </a:solidFill>
              </a:rPr>
              <a:t>The main value lies in earlier detection and better prioritization.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raw signals to recommendations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82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4016" y="1947672"/>
            <a:ext cx="502920" cy="50292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23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92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Collect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19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Gather signals from external and internal sources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94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968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1947672"/>
            <a:ext cx="502920" cy="50292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78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Detect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05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Identify events such as M&amp;A and personnel changes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0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54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86016" y="1947672"/>
            <a:ext cx="502920" cy="50292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64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Analyze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1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Assess business relevance with LLM reasoning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66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40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2016" y="1947672"/>
            <a:ext cx="502920" cy="502920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1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50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F"/>
                </a:solidFill>
              </a:rPr>
              <a:t>Deliver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77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Send recommendations via Slack or email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value will be measured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5568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AFE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2728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Triggered alerts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52728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75B5"/>
                </a:solidFill>
              </a:rPr>
              <a:t>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More relevant market signals captured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62856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Consultant usage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0016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75B5"/>
                </a:solidFill>
              </a:rPr>
              <a:t>High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27448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Alerts integrated into daily 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AFE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</a:rPr>
              <a:t>Conversion impact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47304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75B5"/>
                </a:solidFill>
              </a:rPr>
              <a:t>+X%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74736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Improved opportunity follow-up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concept to pilot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Define pilot broker set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Select initial data 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Implement alert workflow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Validate usefulness with consultants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09560" y="1965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5237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Launch a targeted PoC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AXA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Broker Market and Competition Radar</dc:title>
  <dc:subject>Present a PoC concept</dc:subject>
  <dc:creator>Smart PPT Renderer</dc:creator>
  <cp:lastModifiedBy>Smart PPT Renderer</cp:lastModifiedBy>
  <cp:revision>1</cp:revision>
  <dcterms:created xsi:type="dcterms:W3CDTF">2026-04-07T11:52:36Z</dcterms:created>
  <dcterms:modified xsi:type="dcterms:W3CDTF">2026-04-07T11:52:36Z</dcterms:modified>
</cp:coreProperties>
</file>