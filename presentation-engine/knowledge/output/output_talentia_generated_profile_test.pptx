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the workflow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440680"/>
            <a:ext cx="9692640" cy="594360"/>
          </a:xfrm>
          <a:prstGeom prst="roundRect">
            <a:avLst>
              <a:gd name="adj" fmla="val 7692"/>
            </a:avLst>
          </a:prstGeom>
          <a:solidFill>
            <a:srgbClr val="F7F7FA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6144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35F"/>
                </a:solidFill>
              </a:rPr>
              <a:t>The main value lies in earlier detection and better prioritization.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haha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raw signals to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value will be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High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+X%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2026-04-07T13:59:43Z</dcterms:created>
  <dcterms:modified xsi:type="dcterms:W3CDTF">2026-04-07T13:59:43Z</dcterms:modified>
</cp:coreProperties>
</file>