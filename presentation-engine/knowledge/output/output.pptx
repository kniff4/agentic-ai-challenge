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Market and Competition Radar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875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proactive engagement opportunities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vs target state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Scattered sources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engagement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Centralized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Actionable recommendations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1288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workflow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773936" y="21031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65376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Collect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83664" y="256032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Gather signals from external and internal 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4904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14216" y="21031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05656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Detect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23944" y="256032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Identify events such as M&amp;A and personnel changes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8932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54496" y="21031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Analyze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64224" y="256032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Assess business relevance with LLM reasoning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494776" y="21031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Deliver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04504" y="2560320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Send recommendations via Slack or email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19556" y="192024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7FAFE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6716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Triggered alerts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6716" y="2697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5B5"/>
                </a:solidFill>
              </a:rPr>
              <a:t>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6716" y="3520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More relevant market signals captured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39996" y="192024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7FAFE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7156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Consultant usage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77156" y="2697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5B5"/>
                </a:solidFill>
              </a:rPr>
              <a:t>High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77156" y="3520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Alerts integrated into daily 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60436" y="192024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F7FAFE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7596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Conversion impact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97596" y="2697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5B5"/>
                </a:solidFill>
              </a:rPr>
              <a:t>+X%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97596" y="3520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Improved opportunity follow-up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61288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2011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AXA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V1</dc:creator>
  <cp:lastModifiedBy>Smart PPT V1</cp:lastModifiedBy>
  <cp:revision>1</cp:revision>
  <dcterms:created xsi:type="dcterms:W3CDTF">2026-04-01T16:07:33Z</dcterms:created>
  <dcterms:modified xsi:type="dcterms:W3CDTF">2026-04-01T16:07:33Z</dcterms:modified>
</cp:coreProperties>
</file>