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Market and Competition Radar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fragmented signals to actionable recommendations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AI-assisted market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pain 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Why the current process is inefficient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consultants currently face several challenges: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market information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manual research effort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detection of relevant signals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proactive engagement opportunities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vs target state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How the workflow changes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EAF2FF"/>
          </a:solidFill>
          <a:ln w="12700">
            <a:solidFill>
              <a:srgbClr val="B7D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D"/>
                </a:solidFill>
              </a:rPr>
              <a:t>Target 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Manual monitoring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Scattered sources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Reactive engagement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Automated monitoring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Centralized alerts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Actionable recommendations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5440680"/>
            <a:ext cx="9692640" cy="594360"/>
          </a:xfrm>
          <a:prstGeom prst="roundRect">
            <a:avLst>
              <a:gd name="adj" fmla="val 7692"/>
            </a:avLst>
          </a:prstGeom>
          <a:solidFill>
            <a:srgbClr val="F7F7FA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5614416"/>
            <a:ext cx="923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35F"/>
                </a:solidFill>
              </a:rPr>
              <a:t>The main value lies in earlier detection and better prioritization.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haha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From raw signals to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How value will be measured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15568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F7F7FA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2728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Triggered alerts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52728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More relevant market signals captured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62856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EAF2FF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Consultant usage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0016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High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27448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Alerts integrated into daily 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F7F7FA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Conversion impact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47304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+X%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74736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Improved opportunity follow-up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From concept to pilot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Define pilot broker set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Select initial data sources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Implement alert workflow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Validate usefulness with consultants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09560" y="19659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5237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Launch a targeted PoC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Talentia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Broker Market and Competition Radar</dc:title>
  <dc:subject>Present a PoC concept</dc:subject>
  <dc:creator>Smart PPT Renderer</dc:creator>
  <cp:lastModifiedBy>Smart PPT Renderer</cp:lastModifiedBy>
  <cp:revision>1</cp:revision>
  <dcterms:created xsi:type="dcterms:W3CDTF">2026-04-07T13:59:00Z</dcterms:created>
  <dcterms:modified xsi:type="dcterms:W3CDTF">2026-04-07T13:59:00Z</dcterms:modified>
</cp:coreProperties>
</file>