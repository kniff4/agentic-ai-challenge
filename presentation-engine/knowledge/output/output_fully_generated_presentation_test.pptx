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Broker Market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AI‑Driven Proof of Concept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vs. Target State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Market monitoring pain points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F5F5F5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554480"/>
            <a:ext cx="4983480" cy="3566160"/>
          </a:xfrm>
          <a:prstGeom prst="roundRect">
            <a:avLst>
              <a:gd name="adj" fmla="val 1538"/>
            </a:avLst>
          </a:prstGeom>
          <a:solidFill>
            <a:srgbClr val="EAF2FF"/>
          </a:solidFill>
          <a:ln w="12700">
            <a:solidFill>
              <a:srgbClr val="B7D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Current state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175564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D"/>
                </a:solidFill>
              </a:rPr>
              <a:t>Target 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212848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AI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data to actionable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Business Value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Key performance indicators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From concept to rollout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Questions &amp; Discussion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Talentia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Broker Market Intelligence – AI PoC</dc:title>
  <dc:subject>Present a proof‑of‑concept AI solution for proactive market monitoring</dc:subject>
  <dc:creator>Smart PPT Renderer</dc:creator>
  <cp:lastModifiedBy>Smart PPT Renderer</cp:lastModifiedBy>
  <cp:revision>1</cp:revision>
  <dcterms:created xsi:type="dcterms:W3CDTF">2026-04-07T14:54:00Z</dcterms:created>
  <dcterms:modified xsi:type="dcterms:W3CDTF">2026-04-07T14:54:00Z</dcterms:modified>
</cp:coreProperties>
</file>