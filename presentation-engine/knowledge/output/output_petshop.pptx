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Adopt, Don’t Shop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96596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a loving home to a shelter pet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2606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</a:rPr>
              <a:t>Open your heart, save a life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64008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Confidential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4008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1D1D"/>
                </a:solidFill>
              </a:rPr>
              <a:t>Agenda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Type not yet implemented: agenda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74320" y="64008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Confidential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4008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Adopt?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51560" y="1847088"/>
            <a:ext cx="9692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Adoption = a second chance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14400" y="2697480"/>
            <a:ext cx="98755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Thousands of animals waiting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cost than buying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Healthy, vaccinated pets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humane practices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" y="64008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Confidential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4008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Adoption Impacts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51560" y="1847088"/>
            <a:ext cx="9692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Your choice creates a ripple of kindness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14400" y="2697480"/>
            <a:ext cx="98755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Fewer homeless animals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shelter costs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Healthier neighborhoods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Encourages ethical pet ownership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" y="64008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Confidential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4008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the Next Step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737360"/>
            <a:ext cx="64008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D1D1D"/>
                </a:solidFill>
              </a:rPr>
              <a:t>Check our adoption hours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D1D1D"/>
                </a:solidFill>
              </a:rPr>
              <a:t>Meet available pets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D1D1D"/>
                </a:solidFill>
              </a:rPr>
              <a:t>Complete the simple application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D1D1D"/>
                </a:solidFill>
              </a:rPr>
              <a:t>Give a forever home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909560" y="1965960"/>
            <a:ext cx="3246120" cy="1600200"/>
          </a:xfrm>
          <a:prstGeom prst="roundRect">
            <a:avLst>
              <a:gd name="adj" fmla="val 4571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38160" y="2523744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Your new best friend is waiting!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4320" y="64008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Confidential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430000" y="64008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Animal Shelter Presentation Guidelines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Adopt, Don’t Shop</dc:title>
  <dc:subject>Encourage pet adoption over buying from breeders</dc:subject>
  <dc:creator>Smart PPT Renderer</dc:creator>
  <cp:lastModifiedBy>Smart PPT Renderer</cp:lastModifiedBy>
  <cp:revision>1</cp:revision>
  <dcterms:created xsi:type="dcterms:W3CDTF">2026-04-07T16:31:23Z</dcterms:created>
  <dcterms:modified xsi:type="dcterms:W3CDTF">2026-04-07T16:31:23Z</dcterms:modified>
</cp:coreProperties>
</file>